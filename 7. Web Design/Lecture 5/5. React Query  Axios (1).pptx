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8685CA-47C1-4C2A-BF00-F9C7F47477D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A46814E-D582-49B8-968B-E3B36ECB9CE4}">
      <dgm:prSet/>
      <dgm:spPr/>
      <dgm:t>
        <a:bodyPr/>
        <a:lstStyle/>
        <a:p>
          <a:r>
            <a:rPr lang="bg-BG" b="1"/>
            <a:t>Query:</a:t>
          </a:r>
          <a:r>
            <a:rPr lang="bg-BG"/>
            <a:t> извличане на данни</a:t>
          </a:r>
          <a:endParaRPr lang="en-US"/>
        </a:p>
      </dgm:t>
    </dgm:pt>
    <dgm:pt modelId="{28C5AF94-0CE6-44CE-83B7-0309AED5BA66}" type="parTrans" cxnId="{5942B1F9-EC30-4F96-AF24-0F07EBEBE26F}">
      <dgm:prSet/>
      <dgm:spPr/>
      <dgm:t>
        <a:bodyPr/>
        <a:lstStyle/>
        <a:p>
          <a:endParaRPr lang="en-US"/>
        </a:p>
      </dgm:t>
    </dgm:pt>
    <dgm:pt modelId="{A503F783-A085-41E5-941C-820A311E43CE}" type="sibTrans" cxnId="{5942B1F9-EC30-4F96-AF24-0F07EBEBE26F}">
      <dgm:prSet/>
      <dgm:spPr/>
      <dgm:t>
        <a:bodyPr/>
        <a:lstStyle/>
        <a:p>
          <a:endParaRPr lang="en-US"/>
        </a:p>
      </dgm:t>
    </dgm:pt>
    <dgm:pt modelId="{E21C02E7-67A2-41E3-AC3E-1A0D76EAFC6F}">
      <dgm:prSet/>
      <dgm:spPr/>
      <dgm:t>
        <a:bodyPr/>
        <a:lstStyle/>
        <a:p>
          <a:r>
            <a:rPr lang="bg-BG" b="1"/>
            <a:t>Mutation:</a:t>
          </a:r>
          <a:r>
            <a:rPr lang="bg-BG"/>
            <a:t> промяна на данни</a:t>
          </a:r>
          <a:endParaRPr lang="en-US"/>
        </a:p>
      </dgm:t>
    </dgm:pt>
    <dgm:pt modelId="{63510C88-E456-48CA-9550-D9E962DD3ABF}" type="parTrans" cxnId="{E0B92CBC-D944-4D7A-B383-CFA61FAE4A3C}">
      <dgm:prSet/>
      <dgm:spPr/>
      <dgm:t>
        <a:bodyPr/>
        <a:lstStyle/>
        <a:p>
          <a:endParaRPr lang="en-US"/>
        </a:p>
      </dgm:t>
    </dgm:pt>
    <dgm:pt modelId="{1640EFFD-288A-4CFF-8373-6118C6AC9B26}" type="sibTrans" cxnId="{E0B92CBC-D944-4D7A-B383-CFA61FAE4A3C}">
      <dgm:prSet/>
      <dgm:spPr/>
      <dgm:t>
        <a:bodyPr/>
        <a:lstStyle/>
        <a:p>
          <a:endParaRPr lang="en-US"/>
        </a:p>
      </dgm:t>
    </dgm:pt>
    <dgm:pt modelId="{77517798-6123-4980-A73E-DF5B30EFE16C}">
      <dgm:prSet/>
      <dgm:spPr/>
      <dgm:t>
        <a:bodyPr/>
        <a:lstStyle/>
        <a:p>
          <a:r>
            <a:rPr lang="bg-BG" b="1"/>
            <a:t>Query Client:</a:t>
          </a:r>
          <a:r>
            <a:rPr lang="bg-BG"/>
            <a:t> управлява кеша</a:t>
          </a:r>
          <a:endParaRPr lang="en-US"/>
        </a:p>
      </dgm:t>
    </dgm:pt>
    <dgm:pt modelId="{C241458B-8A13-4C3F-BD38-731835751F8D}" type="parTrans" cxnId="{5E4A334F-A897-4192-BD92-2C66C5CA39D5}">
      <dgm:prSet/>
      <dgm:spPr/>
      <dgm:t>
        <a:bodyPr/>
        <a:lstStyle/>
        <a:p>
          <a:endParaRPr lang="en-US"/>
        </a:p>
      </dgm:t>
    </dgm:pt>
    <dgm:pt modelId="{841BC54A-D17D-4215-B94E-A0F1C3D1BBB0}" type="sibTrans" cxnId="{5E4A334F-A897-4192-BD92-2C66C5CA39D5}">
      <dgm:prSet/>
      <dgm:spPr/>
      <dgm:t>
        <a:bodyPr/>
        <a:lstStyle/>
        <a:p>
          <a:endParaRPr lang="en-US"/>
        </a:p>
      </dgm:t>
    </dgm:pt>
    <dgm:pt modelId="{D7678F87-E07A-465E-B6AA-05B633C8A9A7}">
      <dgm:prSet/>
      <dgm:spPr/>
      <dgm:t>
        <a:bodyPr/>
        <a:lstStyle/>
        <a:p>
          <a:r>
            <a:rPr lang="bg-BG" b="1"/>
            <a:t>Query Keys:</a:t>
          </a:r>
          <a:r>
            <a:rPr lang="bg-BG"/>
            <a:t> идентифицират заявките</a:t>
          </a:r>
          <a:endParaRPr lang="en-US"/>
        </a:p>
      </dgm:t>
    </dgm:pt>
    <dgm:pt modelId="{CFF27E75-0FBC-45E5-9506-16C1D8100A55}" type="parTrans" cxnId="{920BFCEE-771A-45E3-8849-1F4DDD0B33BC}">
      <dgm:prSet/>
      <dgm:spPr/>
      <dgm:t>
        <a:bodyPr/>
        <a:lstStyle/>
        <a:p>
          <a:endParaRPr lang="en-US"/>
        </a:p>
      </dgm:t>
    </dgm:pt>
    <dgm:pt modelId="{DA2624B8-0F2D-40F8-B636-C252990D6A21}" type="sibTrans" cxnId="{920BFCEE-771A-45E3-8849-1F4DDD0B33BC}">
      <dgm:prSet/>
      <dgm:spPr/>
      <dgm:t>
        <a:bodyPr/>
        <a:lstStyle/>
        <a:p>
          <a:endParaRPr lang="en-US"/>
        </a:p>
      </dgm:t>
    </dgm:pt>
    <dgm:pt modelId="{B5D766DA-2337-4EFC-AAAB-C08F785900FA}" type="pres">
      <dgm:prSet presAssocID="{2E8685CA-47C1-4C2A-BF00-F9C7F47477DA}" presName="vert0" presStyleCnt="0">
        <dgm:presLayoutVars>
          <dgm:dir/>
          <dgm:animOne val="branch"/>
          <dgm:animLvl val="lvl"/>
        </dgm:presLayoutVars>
      </dgm:prSet>
      <dgm:spPr/>
    </dgm:pt>
    <dgm:pt modelId="{9C27A0FA-4288-46C3-A30A-7DEE51E61536}" type="pres">
      <dgm:prSet presAssocID="{0A46814E-D582-49B8-968B-E3B36ECB9CE4}" presName="thickLine" presStyleLbl="alignNode1" presStyleIdx="0" presStyleCnt="4"/>
      <dgm:spPr/>
    </dgm:pt>
    <dgm:pt modelId="{8B234735-C815-4D77-B7C2-4A9A9A09F810}" type="pres">
      <dgm:prSet presAssocID="{0A46814E-D582-49B8-968B-E3B36ECB9CE4}" presName="horz1" presStyleCnt="0"/>
      <dgm:spPr/>
    </dgm:pt>
    <dgm:pt modelId="{125D81DD-70EB-4810-A662-5C342949742E}" type="pres">
      <dgm:prSet presAssocID="{0A46814E-D582-49B8-968B-E3B36ECB9CE4}" presName="tx1" presStyleLbl="revTx" presStyleIdx="0" presStyleCnt="4"/>
      <dgm:spPr/>
    </dgm:pt>
    <dgm:pt modelId="{12E43AD0-0D5C-43A3-91E0-08E9870471A2}" type="pres">
      <dgm:prSet presAssocID="{0A46814E-D582-49B8-968B-E3B36ECB9CE4}" presName="vert1" presStyleCnt="0"/>
      <dgm:spPr/>
    </dgm:pt>
    <dgm:pt modelId="{4C90FF22-DD15-4CB7-9FCF-7509FDD71089}" type="pres">
      <dgm:prSet presAssocID="{E21C02E7-67A2-41E3-AC3E-1A0D76EAFC6F}" presName="thickLine" presStyleLbl="alignNode1" presStyleIdx="1" presStyleCnt="4"/>
      <dgm:spPr/>
    </dgm:pt>
    <dgm:pt modelId="{58CE8D2F-1F99-49A0-87E7-00ABFAC1E948}" type="pres">
      <dgm:prSet presAssocID="{E21C02E7-67A2-41E3-AC3E-1A0D76EAFC6F}" presName="horz1" presStyleCnt="0"/>
      <dgm:spPr/>
    </dgm:pt>
    <dgm:pt modelId="{4124D52C-2084-4151-BACE-EA3E735EDAF0}" type="pres">
      <dgm:prSet presAssocID="{E21C02E7-67A2-41E3-AC3E-1A0D76EAFC6F}" presName="tx1" presStyleLbl="revTx" presStyleIdx="1" presStyleCnt="4"/>
      <dgm:spPr/>
    </dgm:pt>
    <dgm:pt modelId="{495CF4BB-4699-4CA6-94E5-B7B14838311A}" type="pres">
      <dgm:prSet presAssocID="{E21C02E7-67A2-41E3-AC3E-1A0D76EAFC6F}" presName="vert1" presStyleCnt="0"/>
      <dgm:spPr/>
    </dgm:pt>
    <dgm:pt modelId="{20C2BD7E-73F3-4CF9-A205-E0A1BDC1F5C4}" type="pres">
      <dgm:prSet presAssocID="{77517798-6123-4980-A73E-DF5B30EFE16C}" presName="thickLine" presStyleLbl="alignNode1" presStyleIdx="2" presStyleCnt="4"/>
      <dgm:spPr/>
    </dgm:pt>
    <dgm:pt modelId="{F8A29609-FE91-42E2-9561-FE86F821853E}" type="pres">
      <dgm:prSet presAssocID="{77517798-6123-4980-A73E-DF5B30EFE16C}" presName="horz1" presStyleCnt="0"/>
      <dgm:spPr/>
    </dgm:pt>
    <dgm:pt modelId="{60C3A84B-911E-4B90-B229-9B8D496E118B}" type="pres">
      <dgm:prSet presAssocID="{77517798-6123-4980-A73E-DF5B30EFE16C}" presName="tx1" presStyleLbl="revTx" presStyleIdx="2" presStyleCnt="4"/>
      <dgm:spPr/>
    </dgm:pt>
    <dgm:pt modelId="{DADB4055-095C-43F1-9AE0-A4F2F4E9F378}" type="pres">
      <dgm:prSet presAssocID="{77517798-6123-4980-A73E-DF5B30EFE16C}" presName="vert1" presStyleCnt="0"/>
      <dgm:spPr/>
    </dgm:pt>
    <dgm:pt modelId="{1D2A754F-2B3A-451F-A507-950209EE4AC2}" type="pres">
      <dgm:prSet presAssocID="{D7678F87-E07A-465E-B6AA-05B633C8A9A7}" presName="thickLine" presStyleLbl="alignNode1" presStyleIdx="3" presStyleCnt="4"/>
      <dgm:spPr/>
    </dgm:pt>
    <dgm:pt modelId="{FA27BC0B-78ED-4E71-A3EA-A44552489303}" type="pres">
      <dgm:prSet presAssocID="{D7678F87-E07A-465E-B6AA-05B633C8A9A7}" presName="horz1" presStyleCnt="0"/>
      <dgm:spPr/>
    </dgm:pt>
    <dgm:pt modelId="{0A8530BA-3BA4-456E-AFE1-E09CDF80888E}" type="pres">
      <dgm:prSet presAssocID="{D7678F87-E07A-465E-B6AA-05B633C8A9A7}" presName="tx1" presStyleLbl="revTx" presStyleIdx="3" presStyleCnt="4"/>
      <dgm:spPr/>
    </dgm:pt>
    <dgm:pt modelId="{140C2DFA-CCA9-4A43-8198-DB4D3F86D073}" type="pres">
      <dgm:prSet presAssocID="{D7678F87-E07A-465E-B6AA-05B633C8A9A7}" presName="vert1" presStyleCnt="0"/>
      <dgm:spPr/>
    </dgm:pt>
  </dgm:ptLst>
  <dgm:cxnLst>
    <dgm:cxn modelId="{9B22DE18-EB81-4993-88BD-A87E379BDF2A}" type="presOf" srcId="{E21C02E7-67A2-41E3-AC3E-1A0D76EAFC6F}" destId="{4124D52C-2084-4151-BACE-EA3E735EDAF0}" srcOrd="0" destOrd="0" presId="urn:microsoft.com/office/officeart/2008/layout/LinedList"/>
    <dgm:cxn modelId="{1BA3444E-0B53-488D-9AF1-AD560E68D190}" type="presOf" srcId="{D7678F87-E07A-465E-B6AA-05B633C8A9A7}" destId="{0A8530BA-3BA4-456E-AFE1-E09CDF80888E}" srcOrd="0" destOrd="0" presId="urn:microsoft.com/office/officeart/2008/layout/LinedList"/>
    <dgm:cxn modelId="{5E4A334F-A897-4192-BD92-2C66C5CA39D5}" srcId="{2E8685CA-47C1-4C2A-BF00-F9C7F47477DA}" destId="{77517798-6123-4980-A73E-DF5B30EFE16C}" srcOrd="2" destOrd="0" parTransId="{C241458B-8A13-4C3F-BD38-731835751F8D}" sibTransId="{841BC54A-D17D-4215-B94E-A0F1C3D1BBB0}"/>
    <dgm:cxn modelId="{0BE3A39E-8619-473B-BEC9-FB4FC87A8CF8}" type="presOf" srcId="{2E8685CA-47C1-4C2A-BF00-F9C7F47477DA}" destId="{B5D766DA-2337-4EFC-AAAB-C08F785900FA}" srcOrd="0" destOrd="0" presId="urn:microsoft.com/office/officeart/2008/layout/LinedList"/>
    <dgm:cxn modelId="{032F49B0-1F33-4E1A-9E7D-B7D53BB02BE0}" type="presOf" srcId="{77517798-6123-4980-A73E-DF5B30EFE16C}" destId="{60C3A84B-911E-4B90-B229-9B8D496E118B}" srcOrd="0" destOrd="0" presId="urn:microsoft.com/office/officeart/2008/layout/LinedList"/>
    <dgm:cxn modelId="{E0B92CBC-D944-4D7A-B383-CFA61FAE4A3C}" srcId="{2E8685CA-47C1-4C2A-BF00-F9C7F47477DA}" destId="{E21C02E7-67A2-41E3-AC3E-1A0D76EAFC6F}" srcOrd="1" destOrd="0" parTransId="{63510C88-E456-48CA-9550-D9E962DD3ABF}" sibTransId="{1640EFFD-288A-4CFF-8373-6118C6AC9B26}"/>
    <dgm:cxn modelId="{189432CE-64CF-4001-A65F-D78431CE9D1E}" type="presOf" srcId="{0A46814E-D582-49B8-968B-E3B36ECB9CE4}" destId="{125D81DD-70EB-4810-A662-5C342949742E}" srcOrd="0" destOrd="0" presId="urn:microsoft.com/office/officeart/2008/layout/LinedList"/>
    <dgm:cxn modelId="{920BFCEE-771A-45E3-8849-1F4DDD0B33BC}" srcId="{2E8685CA-47C1-4C2A-BF00-F9C7F47477DA}" destId="{D7678F87-E07A-465E-B6AA-05B633C8A9A7}" srcOrd="3" destOrd="0" parTransId="{CFF27E75-0FBC-45E5-9506-16C1D8100A55}" sibTransId="{DA2624B8-0F2D-40F8-B636-C252990D6A21}"/>
    <dgm:cxn modelId="{5942B1F9-EC30-4F96-AF24-0F07EBEBE26F}" srcId="{2E8685CA-47C1-4C2A-BF00-F9C7F47477DA}" destId="{0A46814E-D582-49B8-968B-E3B36ECB9CE4}" srcOrd="0" destOrd="0" parTransId="{28C5AF94-0CE6-44CE-83B7-0309AED5BA66}" sibTransId="{A503F783-A085-41E5-941C-820A311E43CE}"/>
    <dgm:cxn modelId="{0A400831-84FA-42B9-9D4E-39AF98BB7BD8}" type="presParOf" srcId="{B5D766DA-2337-4EFC-AAAB-C08F785900FA}" destId="{9C27A0FA-4288-46C3-A30A-7DEE51E61536}" srcOrd="0" destOrd="0" presId="urn:microsoft.com/office/officeart/2008/layout/LinedList"/>
    <dgm:cxn modelId="{39C34921-8642-4165-8194-CEDCDDF9D377}" type="presParOf" srcId="{B5D766DA-2337-4EFC-AAAB-C08F785900FA}" destId="{8B234735-C815-4D77-B7C2-4A9A9A09F810}" srcOrd="1" destOrd="0" presId="urn:microsoft.com/office/officeart/2008/layout/LinedList"/>
    <dgm:cxn modelId="{98002DDB-23AA-4595-9ADE-416D9794EFB1}" type="presParOf" srcId="{8B234735-C815-4D77-B7C2-4A9A9A09F810}" destId="{125D81DD-70EB-4810-A662-5C342949742E}" srcOrd="0" destOrd="0" presId="urn:microsoft.com/office/officeart/2008/layout/LinedList"/>
    <dgm:cxn modelId="{C8D50ED7-3F19-4D61-801E-55F288DBAF0A}" type="presParOf" srcId="{8B234735-C815-4D77-B7C2-4A9A9A09F810}" destId="{12E43AD0-0D5C-43A3-91E0-08E9870471A2}" srcOrd="1" destOrd="0" presId="urn:microsoft.com/office/officeart/2008/layout/LinedList"/>
    <dgm:cxn modelId="{17129C31-9BA6-4BB6-8A1A-0522F4409012}" type="presParOf" srcId="{B5D766DA-2337-4EFC-AAAB-C08F785900FA}" destId="{4C90FF22-DD15-4CB7-9FCF-7509FDD71089}" srcOrd="2" destOrd="0" presId="urn:microsoft.com/office/officeart/2008/layout/LinedList"/>
    <dgm:cxn modelId="{0327FA2C-7E78-4773-9854-B70D0E81C38D}" type="presParOf" srcId="{B5D766DA-2337-4EFC-AAAB-C08F785900FA}" destId="{58CE8D2F-1F99-49A0-87E7-00ABFAC1E948}" srcOrd="3" destOrd="0" presId="urn:microsoft.com/office/officeart/2008/layout/LinedList"/>
    <dgm:cxn modelId="{470BA05D-51C9-424E-A42E-814FBF4522DC}" type="presParOf" srcId="{58CE8D2F-1F99-49A0-87E7-00ABFAC1E948}" destId="{4124D52C-2084-4151-BACE-EA3E735EDAF0}" srcOrd="0" destOrd="0" presId="urn:microsoft.com/office/officeart/2008/layout/LinedList"/>
    <dgm:cxn modelId="{EBFFF33A-4023-47E1-83F1-6647DCBC3729}" type="presParOf" srcId="{58CE8D2F-1F99-49A0-87E7-00ABFAC1E948}" destId="{495CF4BB-4699-4CA6-94E5-B7B14838311A}" srcOrd="1" destOrd="0" presId="urn:microsoft.com/office/officeart/2008/layout/LinedList"/>
    <dgm:cxn modelId="{8BA74CC4-0669-48CC-B5AD-86AF3908B011}" type="presParOf" srcId="{B5D766DA-2337-4EFC-AAAB-C08F785900FA}" destId="{20C2BD7E-73F3-4CF9-A205-E0A1BDC1F5C4}" srcOrd="4" destOrd="0" presId="urn:microsoft.com/office/officeart/2008/layout/LinedList"/>
    <dgm:cxn modelId="{C2D0ABD1-A0F4-4666-BC2A-C9D56C04F72C}" type="presParOf" srcId="{B5D766DA-2337-4EFC-AAAB-C08F785900FA}" destId="{F8A29609-FE91-42E2-9561-FE86F821853E}" srcOrd="5" destOrd="0" presId="urn:microsoft.com/office/officeart/2008/layout/LinedList"/>
    <dgm:cxn modelId="{11138B74-A201-486A-B198-67C78B30CC83}" type="presParOf" srcId="{F8A29609-FE91-42E2-9561-FE86F821853E}" destId="{60C3A84B-911E-4B90-B229-9B8D496E118B}" srcOrd="0" destOrd="0" presId="urn:microsoft.com/office/officeart/2008/layout/LinedList"/>
    <dgm:cxn modelId="{7A5127F7-D571-4096-965A-1D5E2A4258C3}" type="presParOf" srcId="{F8A29609-FE91-42E2-9561-FE86F821853E}" destId="{DADB4055-095C-43F1-9AE0-A4F2F4E9F378}" srcOrd="1" destOrd="0" presId="urn:microsoft.com/office/officeart/2008/layout/LinedList"/>
    <dgm:cxn modelId="{336C011D-87BE-4126-B1BD-5B19C28514B4}" type="presParOf" srcId="{B5D766DA-2337-4EFC-AAAB-C08F785900FA}" destId="{1D2A754F-2B3A-451F-A507-950209EE4AC2}" srcOrd="6" destOrd="0" presId="urn:microsoft.com/office/officeart/2008/layout/LinedList"/>
    <dgm:cxn modelId="{E846CAC0-EDDD-49A0-9615-50591FF7C173}" type="presParOf" srcId="{B5D766DA-2337-4EFC-AAAB-C08F785900FA}" destId="{FA27BC0B-78ED-4E71-A3EA-A44552489303}" srcOrd="7" destOrd="0" presId="urn:microsoft.com/office/officeart/2008/layout/LinedList"/>
    <dgm:cxn modelId="{15ABBD3B-B2DC-4FB4-88E8-BC864299DB97}" type="presParOf" srcId="{FA27BC0B-78ED-4E71-A3EA-A44552489303}" destId="{0A8530BA-3BA4-456E-AFE1-E09CDF80888E}" srcOrd="0" destOrd="0" presId="urn:microsoft.com/office/officeart/2008/layout/LinedList"/>
    <dgm:cxn modelId="{45724950-35AC-405E-AF39-84796C1043BB}" type="presParOf" srcId="{FA27BC0B-78ED-4E71-A3EA-A44552489303}" destId="{140C2DFA-CCA9-4A43-8198-DB4D3F86D0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1143A0-1C94-4C17-8D2B-DE865C665F18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D7ADDC9-39F4-403D-BC26-EAF5BE3AD8D7}">
      <dgm:prSet/>
      <dgm:spPr/>
      <dgm:t>
        <a:bodyPr/>
        <a:lstStyle/>
        <a:p>
          <a:r>
            <a:rPr lang="bg-BG"/>
            <a:t>Кеширане на данните</a:t>
          </a:r>
          <a:endParaRPr lang="en-US"/>
        </a:p>
      </dgm:t>
    </dgm:pt>
    <dgm:pt modelId="{C88CADFD-38D0-4F8C-9B95-BC285B9052D7}" type="parTrans" cxnId="{26C67C75-18EA-402A-8EB6-A4F030E28A87}">
      <dgm:prSet/>
      <dgm:spPr/>
      <dgm:t>
        <a:bodyPr/>
        <a:lstStyle/>
        <a:p>
          <a:endParaRPr lang="en-US"/>
        </a:p>
      </dgm:t>
    </dgm:pt>
    <dgm:pt modelId="{298A9734-C68A-40EC-BB94-D107C08C634E}" type="sibTrans" cxnId="{26C67C75-18EA-402A-8EB6-A4F030E28A87}">
      <dgm:prSet/>
      <dgm:spPr/>
      <dgm:t>
        <a:bodyPr/>
        <a:lstStyle/>
        <a:p>
          <a:endParaRPr lang="en-US"/>
        </a:p>
      </dgm:t>
    </dgm:pt>
    <dgm:pt modelId="{BCC96779-2E80-4142-B8D1-7CAAAF536560}">
      <dgm:prSet/>
      <dgm:spPr/>
      <dgm:t>
        <a:bodyPr/>
        <a:lstStyle/>
        <a:p>
          <a:r>
            <a:rPr lang="bg-BG"/>
            <a:t>Автоматично рефрешване</a:t>
          </a:r>
          <a:endParaRPr lang="en-US"/>
        </a:p>
      </dgm:t>
    </dgm:pt>
    <dgm:pt modelId="{230438CD-DCF3-4B9C-B29D-2A40F0DEF282}" type="parTrans" cxnId="{B0FBCC9C-7512-43C9-ABCA-D98FB59F116D}">
      <dgm:prSet/>
      <dgm:spPr/>
      <dgm:t>
        <a:bodyPr/>
        <a:lstStyle/>
        <a:p>
          <a:endParaRPr lang="en-US"/>
        </a:p>
      </dgm:t>
    </dgm:pt>
    <dgm:pt modelId="{9831F6F3-E40C-45FF-9AE2-071038686439}" type="sibTrans" cxnId="{B0FBCC9C-7512-43C9-ABCA-D98FB59F116D}">
      <dgm:prSet/>
      <dgm:spPr/>
      <dgm:t>
        <a:bodyPr/>
        <a:lstStyle/>
        <a:p>
          <a:endParaRPr lang="en-US"/>
        </a:p>
      </dgm:t>
    </dgm:pt>
    <dgm:pt modelId="{20E63795-086A-416D-BDAB-E62767A4CB7E}">
      <dgm:prSet/>
      <dgm:spPr/>
      <dgm:t>
        <a:bodyPr/>
        <a:lstStyle/>
        <a:p>
          <a:r>
            <a:rPr lang="bg-BG"/>
            <a:t>Без нужда от глобален </a:t>
          </a:r>
          <a:r>
            <a:rPr lang="en-US"/>
            <a:t>state</a:t>
          </a:r>
        </a:p>
      </dgm:t>
    </dgm:pt>
    <dgm:pt modelId="{3DF885B8-3CCA-401E-B8A5-FD717B9E79C6}" type="parTrans" cxnId="{B648D806-8A64-4020-969F-844E0ADD898F}">
      <dgm:prSet/>
      <dgm:spPr/>
      <dgm:t>
        <a:bodyPr/>
        <a:lstStyle/>
        <a:p>
          <a:endParaRPr lang="en-US"/>
        </a:p>
      </dgm:t>
    </dgm:pt>
    <dgm:pt modelId="{F4A8F3E1-894B-4E05-996B-06AE67B73B4E}" type="sibTrans" cxnId="{B648D806-8A64-4020-969F-844E0ADD898F}">
      <dgm:prSet/>
      <dgm:spPr/>
      <dgm:t>
        <a:bodyPr/>
        <a:lstStyle/>
        <a:p>
          <a:endParaRPr lang="en-US"/>
        </a:p>
      </dgm:t>
    </dgm:pt>
    <dgm:pt modelId="{2877927D-2CF0-4D35-8B01-B1DDFF5BE1EF}">
      <dgm:prSet/>
      <dgm:spPr/>
      <dgm:t>
        <a:bodyPr/>
        <a:lstStyle/>
        <a:p>
          <a:r>
            <a:rPr lang="bg-BG"/>
            <a:t>По-добър </a:t>
          </a:r>
          <a:r>
            <a:rPr lang="en-US"/>
            <a:t>UX (loading, error, retry)</a:t>
          </a:r>
        </a:p>
      </dgm:t>
    </dgm:pt>
    <dgm:pt modelId="{9174572E-E078-435F-91AD-E71D8D3C9FF0}" type="parTrans" cxnId="{78DB46BD-1738-451F-8162-821456713AC6}">
      <dgm:prSet/>
      <dgm:spPr/>
      <dgm:t>
        <a:bodyPr/>
        <a:lstStyle/>
        <a:p>
          <a:endParaRPr lang="en-US"/>
        </a:p>
      </dgm:t>
    </dgm:pt>
    <dgm:pt modelId="{281065EE-F2DC-44D9-8071-EEDAF0C1C866}" type="sibTrans" cxnId="{78DB46BD-1738-451F-8162-821456713AC6}">
      <dgm:prSet/>
      <dgm:spPr/>
      <dgm:t>
        <a:bodyPr/>
        <a:lstStyle/>
        <a:p>
          <a:endParaRPr lang="en-US"/>
        </a:p>
      </dgm:t>
    </dgm:pt>
    <dgm:pt modelId="{C9F917E7-A3D1-4E73-A633-A39E9B87776F}" type="pres">
      <dgm:prSet presAssocID="{381143A0-1C94-4C17-8D2B-DE865C665F18}" presName="vert0" presStyleCnt="0">
        <dgm:presLayoutVars>
          <dgm:dir/>
          <dgm:animOne val="branch"/>
          <dgm:animLvl val="lvl"/>
        </dgm:presLayoutVars>
      </dgm:prSet>
      <dgm:spPr/>
    </dgm:pt>
    <dgm:pt modelId="{36DA6FCE-6713-4C00-B348-79ACBEE48825}" type="pres">
      <dgm:prSet presAssocID="{1D7ADDC9-39F4-403D-BC26-EAF5BE3AD8D7}" presName="thickLine" presStyleLbl="alignNode1" presStyleIdx="0" presStyleCnt="4"/>
      <dgm:spPr/>
    </dgm:pt>
    <dgm:pt modelId="{AB2F44AC-4988-4579-A773-7BB2147DEB77}" type="pres">
      <dgm:prSet presAssocID="{1D7ADDC9-39F4-403D-BC26-EAF5BE3AD8D7}" presName="horz1" presStyleCnt="0"/>
      <dgm:spPr/>
    </dgm:pt>
    <dgm:pt modelId="{48DCF849-D78E-4E2A-85CB-3C6510E41C82}" type="pres">
      <dgm:prSet presAssocID="{1D7ADDC9-39F4-403D-BC26-EAF5BE3AD8D7}" presName="tx1" presStyleLbl="revTx" presStyleIdx="0" presStyleCnt="4"/>
      <dgm:spPr/>
    </dgm:pt>
    <dgm:pt modelId="{2EE90EA8-9760-4B73-843B-58D52078807D}" type="pres">
      <dgm:prSet presAssocID="{1D7ADDC9-39F4-403D-BC26-EAF5BE3AD8D7}" presName="vert1" presStyleCnt="0"/>
      <dgm:spPr/>
    </dgm:pt>
    <dgm:pt modelId="{4EA83421-105E-45A2-9546-8CE2D2B6A4DE}" type="pres">
      <dgm:prSet presAssocID="{BCC96779-2E80-4142-B8D1-7CAAAF536560}" presName="thickLine" presStyleLbl="alignNode1" presStyleIdx="1" presStyleCnt="4"/>
      <dgm:spPr/>
    </dgm:pt>
    <dgm:pt modelId="{D9C89362-A216-49E3-9F1C-BB8498F2444D}" type="pres">
      <dgm:prSet presAssocID="{BCC96779-2E80-4142-B8D1-7CAAAF536560}" presName="horz1" presStyleCnt="0"/>
      <dgm:spPr/>
    </dgm:pt>
    <dgm:pt modelId="{6253ED1F-6F8A-4E15-AC36-B69B8B7F91F1}" type="pres">
      <dgm:prSet presAssocID="{BCC96779-2E80-4142-B8D1-7CAAAF536560}" presName="tx1" presStyleLbl="revTx" presStyleIdx="1" presStyleCnt="4"/>
      <dgm:spPr/>
    </dgm:pt>
    <dgm:pt modelId="{0462BADE-B3DA-4DE6-80AF-6739DCAFF666}" type="pres">
      <dgm:prSet presAssocID="{BCC96779-2E80-4142-B8D1-7CAAAF536560}" presName="vert1" presStyleCnt="0"/>
      <dgm:spPr/>
    </dgm:pt>
    <dgm:pt modelId="{5146D7FC-96E7-49DB-999B-A0B45D4C9FCC}" type="pres">
      <dgm:prSet presAssocID="{20E63795-086A-416D-BDAB-E62767A4CB7E}" presName="thickLine" presStyleLbl="alignNode1" presStyleIdx="2" presStyleCnt="4"/>
      <dgm:spPr/>
    </dgm:pt>
    <dgm:pt modelId="{265003FF-8CF1-45B4-B81D-7C917C9BE27D}" type="pres">
      <dgm:prSet presAssocID="{20E63795-086A-416D-BDAB-E62767A4CB7E}" presName="horz1" presStyleCnt="0"/>
      <dgm:spPr/>
    </dgm:pt>
    <dgm:pt modelId="{D5065402-F867-4E88-B01D-CAFACB6C52D2}" type="pres">
      <dgm:prSet presAssocID="{20E63795-086A-416D-BDAB-E62767A4CB7E}" presName="tx1" presStyleLbl="revTx" presStyleIdx="2" presStyleCnt="4"/>
      <dgm:spPr/>
    </dgm:pt>
    <dgm:pt modelId="{605AC900-E2E1-4666-A94E-B26155CD9CF8}" type="pres">
      <dgm:prSet presAssocID="{20E63795-086A-416D-BDAB-E62767A4CB7E}" presName="vert1" presStyleCnt="0"/>
      <dgm:spPr/>
    </dgm:pt>
    <dgm:pt modelId="{AC631B66-C02F-4EEB-8F3C-1DA9CE00E0CC}" type="pres">
      <dgm:prSet presAssocID="{2877927D-2CF0-4D35-8B01-B1DDFF5BE1EF}" presName="thickLine" presStyleLbl="alignNode1" presStyleIdx="3" presStyleCnt="4"/>
      <dgm:spPr/>
    </dgm:pt>
    <dgm:pt modelId="{9A014D5B-6CB3-4748-A8A7-8E3C7729BBF2}" type="pres">
      <dgm:prSet presAssocID="{2877927D-2CF0-4D35-8B01-B1DDFF5BE1EF}" presName="horz1" presStyleCnt="0"/>
      <dgm:spPr/>
    </dgm:pt>
    <dgm:pt modelId="{9F4FFC19-48A8-4B49-A86A-A1C0E0F74E9E}" type="pres">
      <dgm:prSet presAssocID="{2877927D-2CF0-4D35-8B01-B1DDFF5BE1EF}" presName="tx1" presStyleLbl="revTx" presStyleIdx="3" presStyleCnt="4"/>
      <dgm:spPr/>
    </dgm:pt>
    <dgm:pt modelId="{40B90E23-3CB7-42E9-8688-83826AFF8DB7}" type="pres">
      <dgm:prSet presAssocID="{2877927D-2CF0-4D35-8B01-B1DDFF5BE1EF}" presName="vert1" presStyleCnt="0"/>
      <dgm:spPr/>
    </dgm:pt>
  </dgm:ptLst>
  <dgm:cxnLst>
    <dgm:cxn modelId="{B648D806-8A64-4020-969F-844E0ADD898F}" srcId="{381143A0-1C94-4C17-8D2B-DE865C665F18}" destId="{20E63795-086A-416D-BDAB-E62767A4CB7E}" srcOrd="2" destOrd="0" parTransId="{3DF885B8-3CCA-401E-B8A5-FD717B9E79C6}" sibTransId="{F4A8F3E1-894B-4E05-996B-06AE67B73B4E}"/>
    <dgm:cxn modelId="{C5F4A616-F4E7-428D-ACCB-5A686C3877E1}" type="presOf" srcId="{381143A0-1C94-4C17-8D2B-DE865C665F18}" destId="{C9F917E7-A3D1-4E73-A633-A39E9B87776F}" srcOrd="0" destOrd="0" presId="urn:microsoft.com/office/officeart/2008/layout/LinedList"/>
    <dgm:cxn modelId="{CF94BA54-F627-4E45-ADC9-0A6A3B9738E2}" type="presOf" srcId="{BCC96779-2E80-4142-B8D1-7CAAAF536560}" destId="{6253ED1F-6F8A-4E15-AC36-B69B8B7F91F1}" srcOrd="0" destOrd="0" presId="urn:microsoft.com/office/officeart/2008/layout/LinedList"/>
    <dgm:cxn modelId="{26C67C75-18EA-402A-8EB6-A4F030E28A87}" srcId="{381143A0-1C94-4C17-8D2B-DE865C665F18}" destId="{1D7ADDC9-39F4-403D-BC26-EAF5BE3AD8D7}" srcOrd="0" destOrd="0" parTransId="{C88CADFD-38D0-4F8C-9B95-BC285B9052D7}" sibTransId="{298A9734-C68A-40EC-BB94-D107C08C634E}"/>
    <dgm:cxn modelId="{E06DB05A-EFC8-48D2-AD00-0394BD23BA54}" type="presOf" srcId="{20E63795-086A-416D-BDAB-E62767A4CB7E}" destId="{D5065402-F867-4E88-B01D-CAFACB6C52D2}" srcOrd="0" destOrd="0" presId="urn:microsoft.com/office/officeart/2008/layout/LinedList"/>
    <dgm:cxn modelId="{B0FBCC9C-7512-43C9-ABCA-D98FB59F116D}" srcId="{381143A0-1C94-4C17-8D2B-DE865C665F18}" destId="{BCC96779-2E80-4142-B8D1-7CAAAF536560}" srcOrd="1" destOrd="0" parTransId="{230438CD-DCF3-4B9C-B29D-2A40F0DEF282}" sibTransId="{9831F6F3-E40C-45FF-9AE2-071038686439}"/>
    <dgm:cxn modelId="{FAB855B9-C67A-48F4-B04D-210FBAC599B8}" type="presOf" srcId="{2877927D-2CF0-4D35-8B01-B1DDFF5BE1EF}" destId="{9F4FFC19-48A8-4B49-A86A-A1C0E0F74E9E}" srcOrd="0" destOrd="0" presId="urn:microsoft.com/office/officeart/2008/layout/LinedList"/>
    <dgm:cxn modelId="{78DB46BD-1738-451F-8162-821456713AC6}" srcId="{381143A0-1C94-4C17-8D2B-DE865C665F18}" destId="{2877927D-2CF0-4D35-8B01-B1DDFF5BE1EF}" srcOrd="3" destOrd="0" parTransId="{9174572E-E078-435F-91AD-E71D8D3C9FF0}" sibTransId="{281065EE-F2DC-44D9-8071-EEDAF0C1C866}"/>
    <dgm:cxn modelId="{EB9DD5DF-B45F-4E87-BA46-E8B6214EFD81}" type="presOf" srcId="{1D7ADDC9-39F4-403D-BC26-EAF5BE3AD8D7}" destId="{48DCF849-D78E-4E2A-85CB-3C6510E41C82}" srcOrd="0" destOrd="0" presId="urn:microsoft.com/office/officeart/2008/layout/LinedList"/>
    <dgm:cxn modelId="{3A0D38C8-FE25-4D5E-99F1-53CF4EBAB112}" type="presParOf" srcId="{C9F917E7-A3D1-4E73-A633-A39E9B87776F}" destId="{36DA6FCE-6713-4C00-B348-79ACBEE48825}" srcOrd="0" destOrd="0" presId="urn:microsoft.com/office/officeart/2008/layout/LinedList"/>
    <dgm:cxn modelId="{335D051F-01D1-480D-AD7B-3A51FDE42F7A}" type="presParOf" srcId="{C9F917E7-A3D1-4E73-A633-A39E9B87776F}" destId="{AB2F44AC-4988-4579-A773-7BB2147DEB77}" srcOrd="1" destOrd="0" presId="urn:microsoft.com/office/officeart/2008/layout/LinedList"/>
    <dgm:cxn modelId="{12FAE000-45B7-492F-B127-441FEC2EBF76}" type="presParOf" srcId="{AB2F44AC-4988-4579-A773-7BB2147DEB77}" destId="{48DCF849-D78E-4E2A-85CB-3C6510E41C82}" srcOrd="0" destOrd="0" presId="urn:microsoft.com/office/officeart/2008/layout/LinedList"/>
    <dgm:cxn modelId="{A51F1FFD-2B9E-4D17-A0D5-174EC2DE89F5}" type="presParOf" srcId="{AB2F44AC-4988-4579-A773-7BB2147DEB77}" destId="{2EE90EA8-9760-4B73-843B-58D52078807D}" srcOrd="1" destOrd="0" presId="urn:microsoft.com/office/officeart/2008/layout/LinedList"/>
    <dgm:cxn modelId="{9224BE38-4A29-41ED-8E12-56C8BAB36B6A}" type="presParOf" srcId="{C9F917E7-A3D1-4E73-A633-A39E9B87776F}" destId="{4EA83421-105E-45A2-9546-8CE2D2B6A4DE}" srcOrd="2" destOrd="0" presId="urn:microsoft.com/office/officeart/2008/layout/LinedList"/>
    <dgm:cxn modelId="{E8C18734-57B7-43E9-B938-51503CFDFC19}" type="presParOf" srcId="{C9F917E7-A3D1-4E73-A633-A39E9B87776F}" destId="{D9C89362-A216-49E3-9F1C-BB8498F2444D}" srcOrd="3" destOrd="0" presId="urn:microsoft.com/office/officeart/2008/layout/LinedList"/>
    <dgm:cxn modelId="{916B7EAB-C879-45AE-9406-03E3E60ADE73}" type="presParOf" srcId="{D9C89362-A216-49E3-9F1C-BB8498F2444D}" destId="{6253ED1F-6F8A-4E15-AC36-B69B8B7F91F1}" srcOrd="0" destOrd="0" presId="urn:microsoft.com/office/officeart/2008/layout/LinedList"/>
    <dgm:cxn modelId="{E553CDA5-9935-4B3A-B336-DDEEA0112118}" type="presParOf" srcId="{D9C89362-A216-49E3-9F1C-BB8498F2444D}" destId="{0462BADE-B3DA-4DE6-80AF-6739DCAFF666}" srcOrd="1" destOrd="0" presId="urn:microsoft.com/office/officeart/2008/layout/LinedList"/>
    <dgm:cxn modelId="{C0B6ACD5-982D-46CE-855B-31326ABCF1C4}" type="presParOf" srcId="{C9F917E7-A3D1-4E73-A633-A39E9B87776F}" destId="{5146D7FC-96E7-49DB-999B-A0B45D4C9FCC}" srcOrd="4" destOrd="0" presId="urn:microsoft.com/office/officeart/2008/layout/LinedList"/>
    <dgm:cxn modelId="{DCD3741F-EB02-4736-A7F2-BAA7AD41CA36}" type="presParOf" srcId="{C9F917E7-A3D1-4E73-A633-A39E9B87776F}" destId="{265003FF-8CF1-45B4-B81D-7C917C9BE27D}" srcOrd="5" destOrd="0" presId="urn:microsoft.com/office/officeart/2008/layout/LinedList"/>
    <dgm:cxn modelId="{6E4C0FAF-E7E5-41DC-B96E-A8AF7B579016}" type="presParOf" srcId="{265003FF-8CF1-45B4-B81D-7C917C9BE27D}" destId="{D5065402-F867-4E88-B01D-CAFACB6C52D2}" srcOrd="0" destOrd="0" presId="urn:microsoft.com/office/officeart/2008/layout/LinedList"/>
    <dgm:cxn modelId="{43CA91AA-54BC-4C06-A926-454C2DBF717C}" type="presParOf" srcId="{265003FF-8CF1-45B4-B81D-7C917C9BE27D}" destId="{605AC900-E2E1-4666-A94E-B26155CD9CF8}" srcOrd="1" destOrd="0" presId="urn:microsoft.com/office/officeart/2008/layout/LinedList"/>
    <dgm:cxn modelId="{BBBF8844-61AA-4947-8BB2-BEAEEC088633}" type="presParOf" srcId="{C9F917E7-A3D1-4E73-A633-A39E9B87776F}" destId="{AC631B66-C02F-4EEB-8F3C-1DA9CE00E0CC}" srcOrd="6" destOrd="0" presId="urn:microsoft.com/office/officeart/2008/layout/LinedList"/>
    <dgm:cxn modelId="{C25921B1-9D28-407B-879D-58C1FB209003}" type="presParOf" srcId="{C9F917E7-A3D1-4E73-A633-A39E9B87776F}" destId="{9A014D5B-6CB3-4748-A8A7-8E3C7729BBF2}" srcOrd="7" destOrd="0" presId="urn:microsoft.com/office/officeart/2008/layout/LinedList"/>
    <dgm:cxn modelId="{BF6DF8D8-8A3E-4C86-8F4E-3EB51550CEE7}" type="presParOf" srcId="{9A014D5B-6CB3-4748-A8A7-8E3C7729BBF2}" destId="{9F4FFC19-48A8-4B49-A86A-A1C0E0F74E9E}" srcOrd="0" destOrd="0" presId="urn:microsoft.com/office/officeart/2008/layout/LinedList"/>
    <dgm:cxn modelId="{BF60E7C4-BED9-457A-ADE5-246CA3BDD8C3}" type="presParOf" srcId="{9A014D5B-6CB3-4748-A8A7-8E3C7729BBF2}" destId="{40B90E23-3CB7-42E9-8688-83826AFF8D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7A0FA-4288-46C3-A30A-7DEE51E61536}">
      <dsp:nvSpPr>
        <dsp:cNvPr id="0" name=""/>
        <dsp:cNvSpPr/>
      </dsp:nvSpPr>
      <dsp:spPr>
        <a:xfrm>
          <a:off x="0" y="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5D81DD-70EB-4810-A662-5C342949742E}">
      <dsp:nvSpPr>
        <dsp:cNvPr id="0" name=""/>
        <dsp:cNvSpPr/>
      </dsp:nvSpPr>
      <dsp:spPr>
        <a:xfrm>
          <a:off x="0" y="0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400" b="1" kern="1200"/>
            <a:t>Query:</a:t>
          </a:r>
          <a:r>
            <a:rPr lang="bg-BG" sz="3400" kern="1200"/>
            <a:t> извличане на данни</a:t>
          </a:r>
          <a:endParaRPr lang="en-US" sz="3400" kern="1200"/>
        </a:p>
      </dsp:txBody>
      <dsp:txXfrm>
        <a:off x="0" y="0"/>
        <a:ext cx="5607050" cy="1231899"/>
      </dsp:txXfrm>
    </dsp:sp>
    <dsp:sp modelId="{4C90FF22-DD15-4CB7-9FCF-7509FDD71089}">
      <dsp:nvSpPr>
        <dsp:cNvPr id="0" name=""/>
        <dsp:cNvSpPr/>
      </dsp:nvSpPr>
      <dsp:spPr>
        <a:xfrm>
          <a:off x="0" y="1231899"/>
          <a:ext cx="56070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24D52C-2084-4151-BACE-EA3E735EDAF0}">
      <dsp:nvSpPr>
        <dsp:cNvPr id="0" name=""/>
        <dsp:cNvSpPr/>
      </dsp:nvSpPr>
      <dsp:spPr>
        <a:xfrm>
          <a:off x="0" y="12318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400" b="1" kern="1200"/>
            <a:t>Mutation:</a:t>
          </a:r>
          <a:r>
            <a:rPr lang="bg-BG" sz="3400" kern="1200"/>
            <a:t> промяна на данни</a:t>
          </a:r>
          <a:endParaRPr lang="en-US" sz="3400" kern="1200"/>
        </a:p>
      </dsp:txBody>
      <dsp:txXfrm>
        <a:off x="0" y="1231899"/>
        <a:ext cx="5607050" cy="1231899"/>
      </dsp:txXfrm>
    </dsp:sp>
    <dsp:sp modelId="{20C2BD7E-73F3-4CF9-A205-E0A1BDC1F5C4}">
      <dsp:nvSpPr>
        <dsp:cNvPr id="0" name=""/>
        <dsp:cNvSpPr/>
      </dsp:nvSpPr>
      <dsp:spPr>
        <a:xfrm>
          <a:off x="0" y="2463799"/>
          <a:ext cx="5607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C3A84B-911E-4B90-B229-9B8D496E118B}">
      <dsp:nvSpPr>
        <dsp:cNvPr id="0" name=""/>
        <dsp:cNvSpPr/>
      </dsp:nvSpPr>
      <dsp:spPr>
        <a:xfrm>
          <a:off x="0" y="24637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400" b="1" kern="1200"/>
            <a:t>Query Client:</a:t>
          </a:r>
          <a:r>
            <a:rPr lang="bg-BG" sz="3400" kern="1200"/>
            <a:t> управлява кеша</a:t>
          </a:r>
          <a:endParaRPr lang="en-US" sz="3400" kern="1200"/>
        </a:p>
      </dsp:txBody>
      <dsp:txXfrm>
        <a:off x="0" y="2463799"/>
        <a:ext cx="5607050" cy="1231899"/>
      </dsp:txXfrm>
    </dsp:sp>
    <dsp:sp modelId="{1D2A754F-2B3A-451F-A507-950209EE4AC2}">
      <dsp:nvSpPr>
        <dsp:cNvPr id="0" name=""/>
        <dsp:cNvSpPr/>
      </dsp:nvSpPr>
      <dsp:spPr>
        <a:xfrm>
          <a:off x="0" y="3695699"/>
          <a:ext cx="56070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8530BA-3BA4-456E-AFE1-E09CDF80888E}">
      <dsp:nvSpPr>
        <dsp:cNvPr id="0" name=""/>
        <dsp:cNvSpPr/>
      </dsp:nvSpPr>
      <dsp:spPr>
        <a:xfrm>
          <a:off x="0" y="36956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400" b="1" kern="1200"/>
            <a:t>Query Keys:</a:t>
          </a:r>
          <a:r>
            <a:rPr lang="bg-BG" sz="3400" kern="1200"/>
            <a:t> идентифицират заявките</a:t>
          </a:r>
          <a:endParaRPr lang="en-US" sz="3400" kern="1200"/>
        </a:p>
      </dsp:txBody>
      <dsp:txXfrm>
        <a:off x="0" y="3695699"/>
        <a:ext cx="5607050" cy="1231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A6FCE-6713-4C00-B348-79ACBEE48825}">
      <dsp:nvSpPr>
        <dsp:cNvPr id="0" name=""/>
        <dsp:cNvSpPr/>
      </dsp:nvSpPr>
      <dsp:spPr>
        <a:xfrm>
          <a:off x="0" y="0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DCF849-D78E-4E2A-85CB-3C6510E41C82}">
      <dsp:nvSpPr>
        <dsp:cNvPr id="0" name=""/>
        <dsp:cNvSpPr/>
      </dsp:nvSpPr>
      <dsp:spPr>
        <a:xfrm>
          <a:off x="0" y="0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500" kern="1200"/>
            <a:t>Кеширане на данните</a:t>
          </a:r>
          <a:endParaRPr lang="en-US" sz="3500" kern="1200"/>
        </a:p>
      </dsp:txBody>
      <dsp:txXfrm>
        <a:off x="0" y="0"/>
        <a:ext cx="5607050" cy="1231899"/>
      </dsp:txXfrm>
    </dsp:sp>
    <dsp:sp modelId="{4EA83421-105E-45A2-9546-8CE2D2B6A4DE}">
      <dsp:nvSpPr>
        <dsp:cNvPr id="0" name=""/>
        <dsp:cNvSpPr/>
      </dsp:nvSpPr>
      <dsp:spPr>
        <a:xfrm>
          <a:off x="0" y="12318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3450629"/>
                <a:satOff val="15286"/>
                <a:lumOff val="-56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450629"/>
                <a:satOff val="15286"/>
                <a:lumOff val="-562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3450629"/>
                <a:satOff val="15286"/>
                <a:lumOff val="-562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3450629"/>
              <a:satOff val="15286"/>
              <a:lumOff val="-56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53ED1F-6F8A-4E15-AC36-B69B8B7F91F1}">
      <dsp:nvSpPr>
        <dsp:cNvPr id="0" name=""/>
        <dsp:cNvSpPr/>
      </dsp:nvSpPr>
      <dsp:spPr>
        <a:xfrm>
          <a:off x="0" y="12318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500" kern="1200"/>
            <a:t>Автоматично рефрешване</a:t>
          </a:r>
          <a:endParaRPr lang="en-US" sz="3500" kern="1200"/>
        </a:p>
      </dsp:txBody>
      <dsp:txXfrm>
        <a:off x="0" y="1231899"/>
        <a:ext cx="5607050" cy="1231899"/>
      </dsp:txXfrm>
    </dsp:sp>
    <dsp:sp modelId="{5146D7FC-96E7-49DB-999B-A0B45D4C9FCC}">
      <dsp:nvSpPr>
        <dsp:cNvPr id="0" name=""/>
        <dsp:cNvSpPr/>
      </dsp:nvSpPr>
      <dsp:spPr>
        <a:xfrm>
          <a:off x="0" y="24637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6901259"/>
                <a:satOff val="30573"/>
                <a:lumOff val="-1124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901259"/>
                <a:satOff val="30573"/>
                <a:lumOff val="-1124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901259"/>
                <a:satOff val="30573"/>
                <a:lumOff val="-1124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6901259"/>
              <a:satOff val="30573"/>
              <a:lumOff val="-112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065402-F867-4E88-B01D-CAFACB6C52D2}">
      <dsp:nvSpPr>
        <dsp:cNvPr id="0" name=""/>
        <dsp:cNvSpPr/>
      </dsp:nvSpPr>
      <dsp:spPr>
        <a:xfrm>
          <a:off x="0" y="24637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500" kern="1200"/>
            <a:t>Без нужда от глобален </a:t>
          </a:r>
          <a:r>
            <a:rPr lang="en-US" sz="3500" kern="1200"/>
            <a:t>state</a:t>
          </a:r>
        </a:p>
      </dsp:txBody>
      <dsp:txXfrm>
        <a:off x="0" y="2463799"/>
        <a:ext cx="5607050" cy="1231899"/>
      </dsp:txXfrm>
    </dsp:sp>
    <dsp:sp modelId="{AC631B66-C02F-4EEB-8F3C-1DA9CE00E0CC}">
      <dsp:nvSpPr>
        <dsp:cNvPr id="0" name=""/>
        <dsp:cNvSpPr/>
      </dsp:nvSpPr>
      <dsp:spPr>
        <a:xfrm>
          <a:off x="0" y="3695699"/>
          <a:ext cx="5607050" cy="0"/>
        </a:xfrm>
        <a:prstGeom prst="line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4FFC19-48A8-4B49-A86A-A1C0E0F74E9E}">
      <dsp:nvSpPr>
        <dsp:cNvPr id="0" name=""/>
        <dsp:cNvSpPr/>
      </dsp:nvSpPr>
      <dsp:spPr>
        <a:xfrm>
          <a:off x="0" y="3695699"/>
          <a:ext cx="5607050" cy="1231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500" kern="1200"/>
            <a:t>По-добър </a:t>
          </a:r>
          <a:r>
            <a:rPr lang="en-US" sz="3500" kern="1200"/>
            <a:t>UX (loading, error, retry)</a:t>
          </a:r>
        </a:p>
      </dsp:txBody>
      <dsp:txXfrm>
        <a:off x="0" y="3695699"/>
        <a:ext cx="5607050" cy="1231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19708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3724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2971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0727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78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906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051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290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6855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8362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143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659B422-2137-4A34-AAD1-A5D37D6ADDBE}" type="datetimeFigureOut">
              <a:rPr lang="bg-BG" smtClean="0"/>
              <a:t>18.10.2025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626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anstack.com/query/lates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906B4-19C9-6E15-8693-631A50F78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Tanstack</a:t>
            </a:r>
            <a:r>
              <a:rPr lang="en-US" dirty="0"/>
              <a:t> query &amp; </a:t>
            </a:r>
            <a:r>
              <a:rPr lang="en-US" dirty="0" err="1"/>
              <a:t>axios</a:t>
            </a:r>
            <a:endParaRPr lang="bg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AE2C0-99F5-6216-3111-FCF2037E4F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0673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89866-6D7B-CBDE-441B-C238A2E8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bg-BG" dirty="0">
                <a:latin typeface="Corbel (Body)"/>
                <a:cs typeface="Times New Roman" panose="02020603050405020304" pitchFamily="18" charset="0"/>
              </a:rPr>
              <a:t>Въведение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B6DFB75A-E344-AA60-2D2F-710E021CC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79" y="1876205"/>
            <a:ext cx="6227064" cy="311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58245-A2F5-1194-669B-D43E9B85C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7" y="2638044"/>
            <a:ext cx="4187126" cy="3263206"/>
          </a:xfrm>
        </p:spPr>
        <p:txBody>
          <a:bodyPr>
            <a:normAutofit/>
          </a:bodyPr>
          <a:lstStyle/>
          <a:p>
            <a:r>
              <a:rPr lang="ru-RU" dirty="0"/>
              <a:t>Какво е управление на състояние на данните?</a:t>
            </a:r>
          </a:p>
          <a:p>
            <a:r>
              <a:rPr lang="ru-RU" dirty="0"/>
              <a:t>Проблеми при ръчното fetch-ване на данни</a:t>
            </a:r>
          </a:p>
          <a:p>
            <a:r>
              <a:rPr lang="ru-RU" dirty="0"/>
              <a:t>Защо ни трябва нещо повече от useState </a:t>
            </a:r>
            <a:r>
              <a:rPr lang="bg-BG" dirty="0"/>
              <a:t>и</a:t>
            </a:r>
            <a:r>
              <a:rPr lang="ru-RU" dirty="0"/>
              <a:t> useEffect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019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FEA3-CAE0-003A-44EF-84E39853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bg-BG" dirty="0"/>
              <a:t>Какво е </a:t>
            </a:r>
            <a:r>
              <a:rPr lang="en-US" dirty="0"/>
              <a:t>Axios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E9976-2503-2E16-958C-59C86DB8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8" y="2638044"/>
            <a:ext cx="5440680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Promise-based HTTP </a:t>
            </a:r>
            <a:r>
              <a:rPr lang="bg-BG" sz="1700" dirty="0"/>
              <a:t>клиент за браузъра и </a:t>
            </a:r>
            <a:r>
              <a:rPr lang="en-US" sz="1700" dirty="0"/>
              <a:t>Node.js,  Axios </a:t>
            </a:r>
            <a:r>
              <a:rPr lang="ru-RU" sz="1700" dirty="0"/>
              <a:t>опростява изпращането на асинхронни HTTP заявки към REST </a:t>
            </a:r>
            <a:r>
              <a:rPr lang="en-US" sz="1700" dirty="0"/>
              <a:t>end points.</a:t>
            </a:r>
            <a:endParaRPr lang="ru-RU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ru-RU" sz="1700" dirty="0"/>
              <a:t>Основни предимства:</a:t>
            </a:r>
          </a:p>
          <a:p>
            <a:r>
              <a:rPr lang="bg-BG" sz="1700" dirty="0"/>
              <a:t>По-удобен от </a:t>
            </a:r>
            <a:r>
              <a:rPr lang="en-US" sz="1700" dirty="0"/>
              <a:t>fetch()</a:t>
            </a:r>
          </a:p>
          <a:p>
            <a:r>
              <a:rPr lang="ru-RU" sz="1700" dirty="0"/>
              <a:t>Интерсептори</a:t>
            </a:r>
          </a:p>
          <a:p>
            <a:r>
              <a:rPr lang="ru-RU" sz="1700" dirty="0"/>
              <a:t>Автоматична обработка на JSON</a:t>
            </a:r>
          </a:p>
          <a:p>
            <a:r>
              <a:rPr lang="ru-RU" sz="1700" dirty="0"/>
              <a:t>Поддръжка на base URL и headers</a:t>
            </a:r>
            <a:endParaRPr lang="bg-BG" sz="1700" dirty="0"/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7FE4BF7-0DDF-054E-4C7C-4159BAA6B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2788" y="1293019"/>
            <a:ext cx="4782312" cy="26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87CE49-F1B5-4A35-2E93-A22FF0A4E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8" y="4402931"/>
            <a:ext cx="481012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0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917FF-61D5-4DC9-A1EF-B4B902F9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9BDF-C2AC-3796-EC58-8C8E31AFB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964692"/>
            <a:ext cx="5928637" cy="1188720"/>
          </a:xfrm>
        </p:spPr>
        <p:txBody>
          <a:bodyPr>
            <a:normAutofit/>
          </a:bodyPr>
          <a:lstStyle/>
          <a:p>
            <a:r>
              <a:rPr lang="bg-BG" dirty="0"/>
              <a:t>Какво е </a:t>
            </a:r>
            <a:r>
              <a:rPr lang="en-US" dirty="0" err="1"/>
              <a:t>tanstack</a:t>
            </a:r>
            <a:r>
              <a:rPr lang="en-US" dirty="0"/>
              <a:t> query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1C309-F25E-3F6C-E524-3DAA0415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38044"/>
            <a:ext cx="5925312" cy="3101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Би</a:t>
            </a:r>
            <a:r>
              <a:rPr lang="ru-RU" dirty="0"/>
              <a:t>блиотека за извличане на данни, която подобрява синхронизацията на данни, кеширането и управлението на състоянията в React. 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Tanstack</a:t>
            </a:r>
            <a:r>
              <a:rPr lang="en-US" dirty="0"/>
              <a:t> </a:t>
            </a:r>
            <a:r>
              <a:rPr lang="ru-RU" dirty="0"/>
              <a:t>Query автоматизира извличането на данни, като същевременно осигурява по-добър контрол върху зареждането и състоянията на грешки.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6A5B5-B8CE-D604-FA0A-1F775FD1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94" b="-1"/>
          <a:stretch>
            <a:fillRect/>
          </a:stretch>
        </p:blipFill>
        <p:spPr>
          <a:xfrm>
            <a:off x="7537979" y="-1"/>
            <a:ext cx="4654296" cy="3410712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1BD3096-B84B-04AF-5588-F71181250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3" r="11422" b="3"/>
          <a:stretch>
            <a:fillRect/>
          </a:stretch>
        </p:blipFill>
        <p:spPr bwMode="auto">
          <a:xfrm>
            <a:off x="7537980" y="3447288"/>
            <a:ext cx="4654020" cy="341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564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250FE5-22F0-97A4-E578-8F005C8C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bg-BG">
                <a:solidFill>
                  <a:schemeClr val="bg1"/>
                </a:solidFill>
              </a:rPr>
              <a:t>Основни Концепции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2897383-DFA7-A01D-556D-9F1BEE721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933470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382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61973C-D7BC-4397-B86E-9E0A93397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044" y="745236"/>
            <a:ext cx="10725912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67D05-2141-47A3-A4E0-42AF4AB00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28266" y="-2013796"/>
            <a:ext cx="5535469" cy="10885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6DE8A-5C33-455F-99B8-E6765DBEA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996" y="1074937"/>
            <a:ext cx="4598190" cy="4716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FB8C91-1E1C-2C02-842F-3BC12FAB5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138" y="1500708"/>
            <a:ext cx="5716196" cy="38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0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76B1A-E41F-35E5-0A1F-EA63F7A1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bg-BG" sz="2600">
                <a:solidFill>
                  <a:schemeClr val="bg1"/>
                </a:solidFill>
              </a:rPr>
              <a:t>Предимства на </a:t>
            </a:r>
            <a:r>
              <a:rPr lang="en-US" sz="2600">
                <a:solidFill>
                  <a:schemeClr val="bg1"/>
                </a:solidFill>
              </a:rPr>
              <a:t>React Query</a:t>
            </a:r>
            <a:endParaRPr lang="bg-BG" sz="2600">
              <a:solidFill>
                <a:schemeClr val="bg1"/>
              </a:solidFill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9251893-AB11-E2E7-607F-DB0519004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678847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5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EA6C-0D11-7752-BBB6-139E9FDF1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https://axios-http.com/docs/intro</a:t>
            </a:r>
          </a:p>
          <a:p>
            <a:r>
              <a:rPr lang="en-US" dirty="0">
                <a:hlinkClick r:id="rId2"/>
              </a:rPr>
              <a:t>https://tanstack.com/query/latest</a:t>
            </a:r>
            <a:endParaRPr lang="en-US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5921727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109</TotalTime>
  <Words>178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Corbel</vt:lpstr>
      <vt:lpstr>Corbel (Body)</vt:lpstr>
      <vt:lpstr>Gill Sans MT</vt:lpstr>
      <vt:lpstr>Parcel</vt:lpstr>
      <vt:lpstr>Tanstack query &amp; axios</vt:lpstr>
      <vt:lpstr>Въведение</vt:lpstr>
      <vt:lpstr>Какво е Axios</vt:lpstr>
      <vt:lpstr>Какво е tanstack query</vt:lpstr>
      <vt:lpstr>Основни Концепции</vt:lpstr>
      <vt:lpstr>PowerPoint Presentation</vt:lpstr>
      <vt:lpstr>Предимства на React Query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 Ganev</dc:creator>
  <cp:lastModifiedBy>Vasil Ganev</cp:lastModifiedBy>
  <cp:revision>17</cp:revision>
  <dcterms:created xsi:type="dcterms:W3CDTF">2025-10-18T06:45:25Z</dcterms:created>
  <dcterms:modified xsi:type="dcterms:W3CDTF">2025-10-18T08:34:28Z</dcterms:modified>
</cp:coreProperties>
</file>