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3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120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016033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698489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6625521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022619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4334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599573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5237787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bg-BG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173681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bg-BG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817046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2396894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191709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6DA17F64-966B-4900-AD7D-F3A9BCD34966}" type="datetimeFigureOut">
              <a:rPr lang="bg-BG" smtClean="0"/>
              <a:t>15.10.2025 г.</a:t>
            </a:fld>
            <a:endParaRPr lang="bg-B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bg-B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FC6A8089-5875-4865-911D-B4D1C19FDC40}" type="slidenum">
              <a:rPr lang="bg-BG" smtClean="0"/>
              <a:t>‹#›</a:t>
            </a:fld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656999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c02YoWR9gSY" TargetMode="External"/><Relationship Id="rId2" Type="http://schemas.openxmlformats.org/officeDocument/2006/relationships/hyperlink" Target="https://reactrouter.com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FBE84-59E9-9C9D-8177-261A886BE1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React router </a:t>
            </a:r>
            <a:r>
              <a:rPr lang="en-US" dirty="0" err="1"/>
              <a:t>dom</a:t>
            </a:r>
            <a:endParaRPr lang="bg-B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186562-69B8-6075-25D9-975990E2E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4373356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F31CC-8CFA-DE2F-FDED-BC82B0D97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799" y="1128683"/>
            <a:ext cx="5509190" cy="1188720"/>
          </a:xfrm>
        </p:spPr>
        <p:txBody>
          <a:bodyPr>
            <a:normAutofit/>
          </a:bodyPr>
          <a:lstStyle/>
          <a:p>
            <a:r>
              <a:rPr lang="nl-NL" dirty="0"/>
              <a:t>Какво е React Router</a:t>
            </a:r>
            <a:endParaRPr lang="bg-B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AB8CF90-DFA0-8FDD-C1BA-D1D4BE04AC8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1799" y="2739284"/>
            <a:ext cx="5706738" cy="261063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bg-BG" altLang="bg-BG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Библиотека за </a:t>
            </a:r>
            <a:r>
              <a:rPr kumimoji="0" lang="bg-BG" altLang="bg-BG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навигация между страници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в React приложения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bg-BG" altLang="bg-BG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Позволява изграждане на </a:t>
            </a:r>
            <a:r>
              <a:rPr kumimoji="0" lang="bg-BG" altLang="bg-BG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Single Page Application (SPA)</a:t>
            </a:r>
            <a:endParaRPr kumimoji="0" lang="bg-BG" altLang="bg-BG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bg-BG" altLang="bg-BG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Вместо презареждане на страницата</a:t>
            </a:r>
            <a:r>
              <a:rPr lang="en-US" altLang="bg-BG" dirty="0">
                <a:latin typeface="Arial" panose="020B0604020202020204" pitchFamily="34" charset="0"/>
              </a:rPr>
              <a:t>, </a:t>
            </a:r>
            <a:r>
              <a:rPr lang="bg-BG" altLang="bg-BG" dirty="0">
                <a:latin typeface="Arial" panose="020B0604020202020204" pitchFamily="34" charset="0"/>
              </a:rPr>
              <a:t>прави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</a:t>
            </a:r>
            <a:r>
              <a:rPr kumimoji="0" lang="bg-BG" altLang="bg-BG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динамична промяна на компоненти</a:t>
            </a:r>
            <a:endParaRPr kumimoji="0" lang="bg-BG" altLang="bg-BG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56533F40-045E-4E3D-9243-864CD4E586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43605" y="964692"/>
            <a:ext cx="5440680" cy="4936558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30402EC6-D845-41B3-BEBE-CB34D9BFE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10699" y="1128683"/>
            <a:ext cx="5106493" cy="4608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5">
            <a:extLst>
              <a:ext uri="{FF2B5EF4-FFF2-40B4-BE49-F238E27FC236}">
                <a16:creationId xmlns:a16="http://schemas.microsoft.com/office/drawing/2014/main" id="{FC67B804-D4D0-A17A-CA32-784364C52F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72789" y="2162147"/>
            <a:ext cx="4782312" cy="2541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48556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33976D1-3430-450C-A978-87A9A6E8E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6AAC78-7D86-415A-ADC1-2B4748079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49680" y="1248156"/>
            <a:ext cx="9692640" cy="43616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A658D9-F185-44F1-BA33-D50320D1D0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62228" y="1060704"/>
            <a:ext cx="10067544" cy="4736592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7B6CF-CC83-1AB3-85A7-0AD6336704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467418"/>
            <a:ext cx="7729728" cy="1188720"/>
          </a:xfrm>
          <a:solidFill>
            <a:srgbClr val="FFFFFF"/>
          </a:solidFill>
        </p:spPr>
        <p:txBody>
          <a:bodyPr>
            <a:normAutofit/>
          </a:bodyPr>
          <a:lstStyle/>
          <a:p>
            <a:r>
              <a:rPr lang="bg-BG" dirty="0"/>
              <a:t>Основни компоненти и концепции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31ECCDB-36B7-A505-D00B-FCE8CC2DB5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6062" y="2291262"/>
            <a:ext cx="8779512" cy="287925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bg-BG" altLang="bg-BG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Router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 - контейнер за навигацията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bg-BG" altLang="bg-BG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Routes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 - колекция от маршрути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bg-BG" altLang="bg-BG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 - дефинира компонент за даден път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bg-BG" altLang="bg-BG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Link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 - замества HTML 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 Unicode MS"/>
              </a:rPr>
              <a:t>&lt;a&gt;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</a:rPr>
              <a:t> и предотвратява презареждане</a:t>
            </a:r>
            <a:endParaRPr kumimoji="0" lang="bg-BG" altLang="bg-BG" b="0" i="0" u="none" strike="noStrike" cap="none" normalizeH="0" baseline="0" dirty="0">
              <a:ln>
                <a:noFill/>
              </a:ln>
              <a:solidFill>
                <a:srgbClr val="404040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bg-BG" altLang="bg-BG" b="1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useNavigate()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 – </a:t>
            </a:r>
            <a:r>
              <a:rPr kumimoji="0" lang="en-US" altLang="bg-BG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custom </a:t>
            </a:r>
            <a:r>
              <a:rPr kumimoji="0" lang="bg-BG" altLang="bg-BG" b="0" i="0" u="none" strike="noStrike" cap="none" normalizeH="0" baseline="0" dirty="0">
                <a:ln>
                  <a:noFill/>
                </a:ln>
                <a:solidFill>
                  <a:srgbClr val="404040"/>
                </a:solidFill>
                <a:effectLst/>
                <a:latin typeface="Arial" panose="020B0604020202020204" pitchFamily="34" charset="0"/>
              </a:rPr>
              <a:t>hook за програмна навигация</a:t>
            </a:r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ACF9CEA8-FB88-0EF4-C4C1-F77E4CF7A7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460750" cy="3460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791856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computer network">
            <a:extLst>
              <a:ext uri="{FF2B5EF4-FFF2-40B4-BE49-F238E27FC236}">
                <a16:creationId xmlns:a16="http://schemas.microsoft.com/office/drawing/2014/main" id="{F264E5AE-46B4-E01D-3FB2-4061805CF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492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9F26AF7-9AC1-49A4-8F89-2C63E1C0A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427A88-C08B-CFEC-461B-7B47E06CA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/>
              <a:t>Инсталация и базова структура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F6BCBE0-67FF-98F5-767B-9890FBEF70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312" y="307355"/>
            <a:ext cx="5749775" cy="3487751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95D5CF6E-469C-5720-C4CA-54889EE0A5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265" y="463709"/>
            <a:ext cx="6019043" cy="3175045"/>
          </a:xfrm>
          <a:prstGeom prst="rect">
            <a:avLst/>
          </a:prstGeom>
        </p:spPr>
      </p:pic>
      <p:sp>
        <p:nvSpPr>
          <p:cNvPr id="4" name="AutoShape 2">
            <a:extLst>
              <a:ext uri="{FF2B5EF4-FFF2-40B4-BE49-F238E27FC236}">
                <a16:creationId xmlns:a16="http://schemas.microsoft.com/office/drawing/2014/main" id="{5039D742-1E50-9F21-A2F4-B38FB5A27C1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bg-BG"/>
          </a:p>
        </p:txBody>
      </p:sp>
    </p:spTree>
    <p:extLst>
      <p:ext uri="{BB962C8B-B14F-4D97-AF65-F5344CB8AC3E}">
        <p14:creationId xmlns:p14="http://schemas.microsoft.com/office/powerpoint/2010/main" val="33184943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7755F7C-4DC4-EEFC-266D-153897C2A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937" y="1498102"/>
            <a:ext cx="5891063" cy="4574098"/>
          </a:xfrm>
          <a:prstGeom prst="rect">
            <a:avLst/>
          </a:prstGeom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516F97B9-23C6-4EF1-AED7-D5E3C26A64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6096000" y="1142999"/>
            <a:ext cx="0" cy="457200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2D9F538E-BC64-3CF6-A350-1C76E8E89C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80" y="1500200"/>
            <a:ext cx="5817188" cy="431178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B75B401-FC77-3270-76DE-5C851A212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00004" y="331842"/>
            <a:ext cx="5201866" cy="632381"/>
          </a:xfrm>
        </p:spPr>
        <p:txBody>
          <a:bodyPr vert="horz" lIns="274320" tIns="182880" rIns="274320" bIns="182880" rtlCol="0" anchor="ctr" anchorCtr="1">
            <a:normAutofit fontScale="90000"/>
          </a:bodyPr>
          <a:lstStyle/>
          <a:p>
            <a:r>
              <a:rPr lang="bg-BG" sz="3200" dirty="0"/>
              <a:t>Навигация с </a:t>
            </a:r>
            <a:r>
              <a:rPr lang="en-US" sz="3200" dirty="0"/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24231811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9F26AF7-9AC1-49A4-8F89-2C63E1C0A0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49185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11A06B2-DDC6-9E4A-5B1B-16ABCEA6D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4269282"/>
            <a:ext cx="8991600" cy="1264762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 err="1"/>
              <a:t>Програмна</a:t>
            </a:r>
            <a:r>
              <a:rPr lang="en-US" sz="3200" dirty="0"/>
              <a:t> </a:t>
            </a:r>
            <a:r>
              <a:rPr lang="en-US" sz="3200" dirty="0" err="1"/>
              <a:t>навигация</a:t>
            </a:r>
            <a:r>
              <a:rPr lang="en-US" sz="3200" dirty="0"/>
              <a:t> и </a:t>
            </a:r>
            <a:r>
              <a:rPr lang="en-US" sz="3200" dirty="0" err="1"/>
              <a:t>Динамични</a:t>
            </a:r>
            <a:r>
              <a:rPr lang="en-US" sz="3200" dirty="0"/>
              <a:t> </a:t>
            </a:r>
            <a:r>
              <a:rPr lang="en-US" sz="3200" dirty="0" err="1"/>
              <a:t>маршрути</a:t>
            </a:r>
            <a:endParaRPr lang="en-US" sz="3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7C0F66F-4AAD-D339-B0D1-A4908C3DC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10" y="1106482"/>
            <a:ext cx="5877919" cy="30775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EDC60E0-7C7D-6218-FA18-C3CF3E4F35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83" y="1106482"/>
            <a:ext cx="6080117" cy="2608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6644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F72D1-6B5F-672C-9208-FC0200A6A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47C407F-676E-B9C8-D9A9-9D06B8C7B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224661"/>
            <a:ext cx="8991600" cy="851106"/>
          </a:xfrm>
        </p:spPr>
        <p:txBody>
          <a:bodyPr vert="horz" lIns="274320" tIns="182880" rIns="274320" bIns="182880" rtlCol="0" anchor="ctr" anchorCtr="1">
            <a:normAutofit/>
          </a:bodyPr>
          <a:lstStyle/>
          <a:p>
            <a:r>
              <a:rPr lang="en-US" sz="3200" dirty="0"/>
              <a:t>Nested routes </a:t>
            </a:r>
            <a:r>
              <a:rPr lang="bg-BG" sz="3200" dirty="0"/>
              <a:t>и </a:t>
            </a:r>
            <a:r>
              <a:rPr lang="en-US" sz="3200" dirty="0"/>
              <a:t>Protected Route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5113BC-A7B3-BBCD-08FA-BBC5903397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030" y="3775448"/>
            <a:ext cx="11329939" cy="26702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D191387-2087-AB41-EDB1-9E3961325D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030" y="1420090"/>
            <a:ext cx="11329939" cy="2216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334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815308-1702-4C5D-CB9D-CA5E6159A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https://reactrouter.com/</a:t>
            </a:r>
            <a:endParaRPr lang="en-US" dirty="0"/>
          </a:p>
          <a:p>
            <a:r>
              <a:rPr lang="en-US" dirty="0">
                <a:hlinkClick r:id="rId3"/>
              </a:rPr>
              <a:t>https://www.youtube.com/watch?v=c02YoWR9gSY</a:t>
            </a:r>
            <a:endParaRPr lang="en-US" dirty="0"/>
          </a:p>
          <a:p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2455694505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43</TotalTime>
  <Words>109</Words>
  <Application>Microsoft Office PowerPoint</Application>
  <PresentationFormat>Widescreen</PresentationFormat>
  <Paragraphs>17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Unicode MS</vt:lpstr>
      <vt:lpstr>Corbel</vt:lpstr>
      <vt:lpstr>Gill Sans MT</vt:lpstr>
      <vt:lpstr>Parcel</vt:lpstr>
      <vt:lpstr>React router dom</vt:lpstr>
      <vt:lpstr>Какво е React Router</vt:lpstr>
      <vt:lpstr>Основни компоненти и концепции</vt:lpstr>
      <vt:lpstr>PowerPoint Presentation</vt:lpstr>
      <vt:lpstr>Инсталация и базова структура</vt:lpstr>
      <vt:lpstr>Навигация с Link</vt:lpstr>
      <vt:lpstr>Програмна навигация и Динамични маршрути</vt:lpstr>
      <vt:lpstr>Nested routes и Protected Route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 Ganev</dc:creator>
  <cp:lastModifiedBy>Vasil Ganev</cp:lastModifiedBy>
  <cp:revision>21</cp:revision>
  <dcterms:created xsi:type="dcterms:W3CDTF">2025-10-15T15:32:24Z</dcterms:created>
  <dcterms:modified xsi:type="dcterms:W3CDTF">2025-10-15T16:16:06Z</dcterms:modified>
</cp:coreProperties>
</file>